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INNOVATE BHARAT HACKATHON 2026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92" name="Google Shape;92;p13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4012913" y="2303714"/>
            <a:ext cx="6043803" cy="3227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TRACKS: School Student Innovation (SCHII) </a:t>
            </a:r>
            <a:endParaRPr/>
          </a:p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9" name="Google Shape;99;p13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00" name="Google Shape;100;p13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104" name="Google Shape;1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9575" y="1163848"/>
            <a:ext cx="1032112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Safety System Using Fire and Alcohol Detection</a:t>
            </a:r>
            <a:endParaRPr b="1" i="0" sz="36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4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13" name="Google Shape;113;p14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117" name="Google Shape;1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4329874" y="2597660"/>
            <a:ext cx="3529204" cy="831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Name: SafeRide Engineers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ID:  SCHII103 </a:t>
            </a:r>
            <a:endParaRPr/>
          </a:p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0" name="Google Shape;120;p14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21" name="Google Shape;121;p14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125" name="Google Shape;1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1381321" y="3680386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Priyanshu Bhaskar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Raj Sisoudia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Somya Agarwal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Preeti Patel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W</a:t>
            </a:r>
            <a:endParaRPr/>
          </a:p>
        </p:txBody>
      </p:sp>
      <p:pic>
        <p:nvPicPr>
          <p:cNvPr descr="Sharda University Logo &amp; Brand Assets (SVG, PNG and vector ..." id="133" name="Google Shape;133;p15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-224645" y="-2385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5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37" name="Google Shape;137;p15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5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44" name="Google Shape;144;p15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148" name="Google Shape;1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/>
          <p:nvPr/>
        </p:nvSpPr>
        <p:spPr>
          <a:xfrm>
            <a:off x="3834525" y="806963"/>
            <a:ext cx="3876300" cy="441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010474" y="2161325"/>
            <a:ext cx="7851000" cy="4313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 accidents due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drunk driving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a major cause of fatalities worldwide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Drivers under alcohol influence have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reaction time and poor judgment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fire incidents often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 undetected in early stages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systems that provide:</a:t>
            </a:r>
            <a:endParaRPr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monitoring</a:t>
            </a:r>
            <a:endParaRPr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vehicle control</a:t>
            </a:r>
            <a:endParaRPr>
              <a:solidFill>
                <a:schemeClr val="dk1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 emergency communication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preventive and automated safety solution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6">
            <a:alphaModFix/>
          </a:blip>
          <a:srcRect b="5231" l="0" r="0" t="0"/>
          <a:stretch/>
        </p:blipFill>
        <p:spPr>
          <a:xfrm>
            <a:off x="614500" y="2108573"/>
            <a:ext cx="1943101" cy="18054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925" y="4091063"/>
            <a:ext cx="1860250" cy="27430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Solution / Idea</a:t>
            </a:r>
            <a:endParaRPr/>
          </a:p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rda University Logo &amp; Brand Assets (SVG, PNG and vector ..." id="159" name="Google Shape;159;p16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da University Logo &amp; Brand Assets (SVG, PNG and vector ..." id="162" name="Google Shape;162;p16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16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66" name="Google Shape;166;p16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6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173" name="Google Shape;173;p16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177" name="Google Shape;1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4090550" y="586000"/>
            <a:ext cx="4373100" cy="607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Proposed Solution/Idea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067800" y="2019150"/>
            <a:ext cx="4468500" cy="4702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propose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embedded system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that: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alcohol consumption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MQ-3 sensor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 hazards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IR sensor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Automatically: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vehicle speed to a safe limit (~10 km/h)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Stops vehicle if necessary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SMS and calls via GSM module</a:t>
            </a:r>
            <a:endParaRPr>
              <a:solidFill>
                <a:schemeClr val="dk1"/>
              </a:solidFill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Shares real-time GPS location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175" y="2522850"/>
            <a:ext cx="4925326" cy="4029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Solution / Idea</a:t>
            </a:r>
            <a:endParaRPr/>
          </a:p>
        </p:txBody>
      </p: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rda University Logo &amp; Brand Assets (SVG, PNG and vector ..." id="187" name="Google Shape;187;p17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da University Logo &amp; Brand Assets (SVG, PNG and vector ..." id="190" name="Google Shape;190;p17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5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17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94" name="Google Shape;194;p17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7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01" name="Google Shape;201;p17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205" name="Google Shape;2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3600125" y="486163"/>
            <a:ext cx="4881300" cy="585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&amp; Uniqueness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1922525" y="1989375"/>
            <a:ext cx="8934300" cy="406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All-in-One Safety System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Integrates alcohol detection, fire sensing, GPS tracking, and GSM alerts in one platform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Vehicle Control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Reduces speed (~10 km/h) or stops vehicle during emergencies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 Detection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echanism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Monitors both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 condition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vehicle environment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Alerts with Location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Sends instant SMS, call, and live GPS coordinates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for Heavy Vehicles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Suitable for trucks, buses, and commercial transport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 Parking Approach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Gradual speed reduction instead of sudden stopping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Low-Cost &amp; Scalable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Easy to implement in large fleets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Solution / Idea</a:t>
            </a:r>
            <a:endParaRPr/>
          </a:p>
        </p:txBody>
      </p:sp>
      <p:sp>
        <p:nvSpPr>
          <p:cNvPr id="213" name="Google Shape;21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rda University Logo &amp; Brand Assets (SVG, PNG and vector ..." id="214" name="Google Shape;214;p18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da University Logo &amp; Brand Assets (SVG, PNG and vector ..." id="217" name="Google Shape;217;p18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5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21" name="Google Shape;221;p18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225" name="Google Shape;2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18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28" name="Google Shape;228;p18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232" name="Google Shape;2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3722650" y="365125"/>
            <a:ext cx="4270800" cy="575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Used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13600" y="1481675"/>
            <a:ext cx="9116100" cy="5239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Arduino Uno (Microcontroller)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Acts as the central processing unit to control all sensors and modules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MQ-3 Alcohol Sensor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alcohol concentration in the driver’s breath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Sensor (Fire Detection)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fire or abnormal heat in the vehicle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SIM868 GSM + GPS Module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both communication (SMS/call alerts) and real-time location tracking in a single integrated module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 Module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 vehicle motor to reduce speed or stop during emergency conditions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Buzzer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immediate audio alert when fire or alcohol is detected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Embedded System Design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hardware and software for real-time monitoring and response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C/C++ Programming (Arduino IDE)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implementing logic, sensor processing, and communication control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81952" y="2401311"/>
            <a:ext cx="1651298" cy="123846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36" name="Google Shape;23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01138" y="1006946"/>
            <a:ext cx="994600" cy="994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37" name="Google Shape;237;p18" title="image-removebg-preview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59200" y="3540125"/>
            <a:ext cx="1697550" cy="16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title="image-removebg-preview (2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70163" y="5239800"/>
            <a:ext cx="1325575" cy="13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title="image-removebg-preview (5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549314" y="4882587"/>
            <a:ext cx="1541160" cy="11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Solution / Idea</a:t>
            </a:r>
            <a:endParaRPr/>
          </a:p>
        </p:txBody>
      </p:sp>
      <p:sp>
        <p:nvSpPr>
          <p:cNvPr id="245" name="Google Shape;24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rda University Logo &amp; Brand Assets (SVG, PNG and vector ..." id="246" name="Google Shape;246;p19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da University Logo &amp; Brand Assets (SVG, PNG and vector ..." id="249" name="Google Shape;249;p19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53" name="Google Shape;253;p19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257" name="Google Shape;2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19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60" name="Google Shape;260;p19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264" name="Google Shape;2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609" y="29622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3570400" y="801275"/>
            <a:ext cx="4902600" cy="498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&amp; Functionalities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006825" y="1625650"/>
            <a:ext cx="8500800" cy="5095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Alcohol Detection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Detects alcohol level in driver’s breath using MQ-3 sensor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 Detection System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Identifies fire or abnormal heat using IR sensor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Vehicle Control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Reduces speed (~10 km/h) or stops the vehicle during emergencies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Alert System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Sends SMS and makes calls to predefined emergency contacts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GPS Tracking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Shares real-time location of the vehicle for quick response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Buzzer Alert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Provides immediate audio warning inside the vehicle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Monitoring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Sensors work continuously to detect any unsafe condition</a:t>
            </a:r>
            <a:endParaRPr>
              <a:solidFill>
                <a:schemeClr val="dk1"/>
              </a:solidFill>
            </a:endParaRPr>
          </a:p>
          <a:p>
            <a:pPr indent="-1143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Fail-Safe Operation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Ensures safety actions are triggered instantly when risk is detected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144775" y="1270625"/>
            <a:ext cx="4875300" cy="501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Proposed Solution / Idea</a:t>
            </a:r>
            <a:endParaRPr/>
          </a:p>
        </p:txBody>
      </p:sp>
      <p:sp>
        <p:nvSpPr>
          <p:cNvPr id="273" name="Google Shape;2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rda University Logo &amp; Brand Assets (SVG, PNG and vector ..." id="274" name="Google Shape;274;p20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W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rda University Logo &amp; Brand Assets (SVG, PNG and vector ..." id="277" name="Google Shape;277;p20"/>
          <p:cNvPicPr preferRelativeResize="0"/>
          <p:nvPr/>
        </p:nvPicPr>
        <p:blipFill rotWithShape="1">
          <a:blip r:embed="rId3">
            <a:alphaModFix/>
          </a:blip>
          <a:srcRect b="28737" l="0" r="0" t="27448"/>
          <a:stretch/>
        </p:blipFill>
        <p:spPr>
          <a:xfrm>
            <a:off x="10248900" y="0"/>
            <a:ext cx="1943100" cy="801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-15145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20"/>
          <p:cNvGrpSpPr/>
          <p:nvPr/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81" name="Google Shape;281;p20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-up of a logo&#10;&#10;AI-generated content may be incorrect." id="285" name="Google Shape;2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540" y="193425"/>
            <a:ext cx="2140851" cy="81352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7" name="Google Shape;287;p20"/>
          <p:cNvGrpSpPr/>
          <p:nvPr/>
        </p:nvGrpSpPr>
        <p:grpSpPr>
          <a:xfrm flipH="1" rot="5400000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88" name="Google Shape;288;p20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196"/>
                  </a:srgbClr>
                </a:gs>
                <a:gs pos="2000">
                  <a:srgbClr val="FFFFFF">
                    <a:alpha val="10196"/>
                  </a:srgbClr>
                </a:gs>
                <a:gs pos="16000">
                  <a:srgbClr val="70AD47">
                    <a:alpha val="10196"/>
                  </a:srgbClr>
                </a:gs>
                <a:gs pos="85000">
                  <a:srgbClr val="4472C4">
                    <a:alpha val="10196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hands holding a light bulb&#10;&#10;AI-generated content may be incorrect." id="292" name="Google Shape;2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9" y="132073"/>
            <a:ext cx="9398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0"/>
          <p:cNvSpPr/>
          <p:nvPr/>
        </p:nvSpPr>
        <p:spPr>
          <a:xfrm>
            <a:off x="3258800" y="634925"/>
            <a:ext cx="6217500" cy="519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mplementation Plan / Roadmap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365760" y="164592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457200" y="3383280"/>
            <a:ext cx="11247000" cy="73200"/>
          </a:xfrm>
          <a:prstGeom prst="rect">
            <a:avLst/>
          </a:prstGeom>
          <a:solidFill>
            <a:srgbClr val="CCCCD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795528" y="3182112"/>
            <a:ext cx="402300" cy="402300"/>
          </a:xfrm>
          <a:prstGeom prst="rect">
            <a:avLst/>
          </a:prstGeom>
          <a:solidFill>
            <a:srgbClr val="1A235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95528" y="3182112"/>
            <a:ext cx="4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256032" y="1325880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AABB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256032" y="1325880"/>
            <a:ext cx="1481400" cy="73200"/>
          </a:xfrm>
          <a:prstGeom prst="rect">
            <a:avLst/>
          </a:prstGeom>
          <a:solidFill>
            <a:srgbClr val="1A235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AABB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347472" y="141732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347472" y="169164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b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347472" y="2148840"/>
            <a:ext cx="13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Define system requirements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and design approach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978408" y="3154680"/>
            <a:ext cx="36600" cy="228600"/>
          </a:xfrm>
          <a:prstGeom prst="rect">
            <a:avLst/>
          </a:prstGeom>
          <a:solidFill>
            <a:srgbClr val="1A235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2459736" y="3182112"/>
            <a:ext cx="402300" cy="4023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2459736" y="3182112"/>
            <a:ext cx="40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1920215" y="3701414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1920240" y="3749039"/>
            <a:ext cx="1481400" cy="732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2011680" y="384048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8B8B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2011680" y="411480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b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2011680" y="4572000"/>
            <a:ext cx="13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Assemble Arduino, sensors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SIM868, relay, buzzer</a:t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2642616" y="3584448"/>
            <a:ext cx="36600" cy="1647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123944" y="3182112"/>
            <a:ext cx="402300" cy="4023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4123944" y="3182112"/>
            <a:ext cx="4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3584448" y="1325880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3584448" y="1325880"/>
            <a:ext cx="1481400" cy="732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3675888" y="141732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3675888" y="169164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b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3675888" y="2148840"/>
            <a:ext cx="13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Test GSM, GPS, and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sensors separately</a:t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4285763" y="3154675"/>
            <a:ext cx="57600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788152" y="3182112"/>
            <a:ext cx="402300" cy="402300"/>
          </a:xfrm>
          <a:prstGeom prst="rect">
            <a:avLst/>
          </a:prstGeom>
          <a:solidFill>
            <a:srgbClr val="F47C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5788152" y="3182112"/>
            <a:ext cx="40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5248656" y="3749039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5248656" y="3749039"/>
            <a:ext cx="1481400" cy="73200"/>
          </a:xfrm>
          <a:prstGeom prst="rect">
            <a:avLst/>
          </a:prstGeom>
          <a:solidFill>
            <a:srgbClr val="F47C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5340096" y="384048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47C26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5340096" y="4114800"/>
            <a:ext cx="134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340096" y="4572000"/>
            <a:ext cx="13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Connect all components;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verify communication</a:t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5971032" y="3584448"/>
            <a:ext cx="36600" cy="164700"/>
          </a:xfrm>
          <a:prstGeom prst="rect">
            <a:avLst/>
          </a:prstGeom>
          <a:solidFill>
            <a:srgbClr val="F47C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7452360" y="3182112"/>
            <a:ext cx="402300" cy="40230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7452360" y="3182112"/>
            <a:ext cx="4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6912864" y="1325880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6912864" y="1325880"/>
            <a:ext cx="1481400" cy="7320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7004304" y="141732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7004304" y="169164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b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7004304" y="2148840"/>
            <a:ext cx="13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Write sensor logic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and decision algorithms</a:t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7635240" y="3154680"/>
            <a:ext cx="36600" cy="228600"/>
          </a:xfrm>
          <a:prstGeom prst="rect">
            <a:avLst/>
          </a:prstGeom>
          <a:solidFill>
            <a:srgbClr val="6A1B9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9116568" y="3182112"/>
            <a:ext cx="402300" cy="402300"/>
          </a:xfrm>
          <a:prstGeom prst="rect">
            <a:avLst/>
          </a:prstGeom>
          <a:solidFill>
            <a:srgbClr val="D32F2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9116568" y="3182112"/>
            <a:ext cx="402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8577072" y="3749039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577072" y="3749039"/>
            <a:ext cx="1481400" cy="73200"/>
          </a:xfrm>
          <a:prstGeom prst="rect">
            <a:avLst/>
          </a:prstGeom>
          <a:solidFill>
            <a:srgbClr val="D32F2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8668512" y="384048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Phase 6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8668512" y="4114800"/>
            <a:ext cx="13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Testing &amp;</a:t>
            </a:r>
            <a:b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8668512" y="4572000"/>
            <a:ext cx="13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Full system test under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different conditions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9299448" y="3584448"/>
            <a:ext cx="36600" cy="164700"/>
          </a:xfrm>
          <a:prstGeom prst="rect">
            <a:avLst/>
          </a:prstGeom>
          <a:solidFill>
            <a:srgbClr val="D32F2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10780776" y="3182112"/>
            <a:ext cx="402300" cy="402300"/>
          </a:xfrm>
          <a:prstGeom prst="rect">
            <a:avLst/>
          </a:prstGeom>
          <a:solidFill>
            <a:srgbClr val="00598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10780776" y="3182112"/>
            <a:ext cx="40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10241280" y="1325880"/>
            <a:ext cx="1481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10241280" y="1325880"/>
            <a:ext cx="1481400" cy="73200"/>
          </a:xfrm>
          <a:prstGeom prst="rect">
            <a:avLst/>
          </a:prstGeom>
          <a:solidFill>
            <a:srgbClr val="00598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 txBox="1"/>
          <p:nvPr/>
        </p:nvSpPr>
        <p:spPr>
          <a:xfrm>
            <a:off x="10332720" y="1417320"/>
            <a:ext cx="1344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598A"/>
                </a:solidFill>
                <a:latin typeface="Calibri"/>
                <a:ea typeface="Calibri"/>
                <a:cs typeface="Calibri"/>
                <a:sym typeface="Calibri"/>
              </a:rPr>
              <a:t>Phase 7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10332720" y="1691640"/>
            <a:ext cx="134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35E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0332720" y="2148840"/>
            <a:ext cx="13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Install in vehicle;</a:t>
            </a:r>
            <a:b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validate real performance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10963656" y="3154680"/>
            <a:ext cx="36600" cy="228600"/>
          </a:xfrm>
          <a:prstGeom prst="rect">
            <a:avLst/>
          </a:prstGeom>
          <a:solidFill>
            <a:srgbClr val="00598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3479650" y="278000"/>
            <a:ext cx="4627200" cy="67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Guidelines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1050100" y="1061375"/>
            <a:ext cx="10237500" cy="5565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 must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official PPT template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provided by the organizing committee for idea submission.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presentation should be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clear, well-structured, and limited to the recommended number of slides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mentioned in the template.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must ensure that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required sections are properly included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presentation.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content of the PPT must be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and created by the team members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Any form of plagiarism may lead to disqualification.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readable fonts, proper headings, and relevant visuals (charts, diagrams, flowcharts)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explain the idea effectively.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PPT file should be submitted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.pptx or .pdf format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the prescribed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naming convention (TeamName_ProjectTitle)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must ensure that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information provided in the presentation is accurate and relevant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selected hackathon theme.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